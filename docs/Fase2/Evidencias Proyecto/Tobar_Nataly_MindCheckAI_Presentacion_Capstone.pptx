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0"/>
            <a:ext cx="9006840" cy="18288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320040"/>
            <a:ext cx="1097280" cy="1097280"/>
          </a:xfrm>
          <a:prstGeom prst="ellipse">
            <a:avLst/>
          </a:prstGeom>
          <a:solidFill>
            <a:srgbClr val="1C1C1E"/>
          </a:solidFill>
          <a:ln w="381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85800"/>
            <a:ext cx="365760" cy="3657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7360" y="1828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MindCheck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983480" y="182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737360" y="960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Monitoreo Preventivo del Bienestar Emocional Estudiantil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" y="1828800"/>
            <a:ext cx="900684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Capstone  ·  PTY4614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en Informática — Plan 1446114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Duoc UC San Joaquín  ·  Semestre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Nataly Valesca Tobar Gallardo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2331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DUC-BWM-2025-001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606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v0.2.0  ·  Junio 2026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1280160" cy="256032"/>
          </a:xfrm>
          <a:prstGeom prst="rect">
            <a:avLst>
              <a:gd name="adj" fmla="val 17857"/>
            </a:avLst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63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874520" y="3063240"/>
            <a:ext cx="1280160" cy="256032"/>
          </a:xfrm>
          <a:prstGeom prst="rect">
            <a:avLst>
              <a:gd name="adj" fmla="val 17857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74520" y="3063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0" y="3063240"/>
            <a:ext cx="1280160" cy="256032"/>
          </a:xfrm>
          <a:prstGeom prst="rect">
            <a:avLst>
              <a:gd name="adj" fmla="val 17857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0" y="3063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09160" y="3063240"/>
            <a:ext cx="1280160" cy="256032"/>
          </a:xfrm>
          <a:prstGeom prst="rect">
            <a:avLst>
              <a:gd name="adj" fmla="val 1785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3063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mini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26480" y="3063240"/>
            <a:ext cx="1280160" cy="256032"/>
          </a:xfrm>
          <a:prstGeom prst="rect">
            <a:avLst>
              <a:gd name="adj" fmla="val 17857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3063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520440"/>
            <a:ext cx="8503920" cy="1371600"/>
          </a:xfrm>
          <a:prstGeom prst="rect">
            <a:avLst/>
          </a:prstGeom>
          <a:solidFill>
            <a:srgbClr val="0D2B0D"/>
          </a:solidFill>
          <a:ln w="12700">
            <a:solidFill>
              <a:srgbClr val="0D2B0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520440"/>
            <a:ext cx="54864" cy="137160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4069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78608" y="3813048"/>
            <a:ext cx="320040" cy="36576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926080" y="4069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90288" y="3813048"/>
            <a:ext cx="320040" cy="36576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937760" y="4069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IA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601968" y="3813048"/>
            <a:ext cx="320040" cy="36576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949440" y="4069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+ Deploy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0" y="274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relevancia del proyecto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8503920" cy="12801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887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+60%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743200" y="12344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estudiantes universitarios en Chile reportan niveles significativos de estrés, ansiedad o agotamiento académico sin acceso a herramientas digitales de apoyo oportuno.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606040"/>
            <a:ext cx="2697480" cy="54864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7432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😰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65760" y="3337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tardía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37490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estudiantes no reconocen señales de alerta emocional hasta que el problema es crítico.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46120" y="260604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46120" y="2606040"/>
            <a:ext cx="2697480" cy="54864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46120" y="27432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246120" y="3337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herramientas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83280" y="37490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plataforma institucional accesible y privada para el automonitoreo emocional.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2606040"/>
            <a:ext cx="26974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2606040"/>
            <a:ext cx="2697480" cy="54864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7432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126480" y="3337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Intervención lenta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37490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de bienestar de Duoc UC no recibe alertas tempranas automáticas de casos de riesgo.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8503920" cy="8229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MindCheck AI es una Progressive Web App (PWA) que permite a los estudiantes de Duoc UC registrar su estado emocional diario, recibir análisis con Inteligencia Artificial y activar alertas automáticas al equipo de bienestar cuando se detectan patrones de riesgo.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2103120"/>
            <a:ext cx="2011680" cy="274320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2103120"/>
            <a:ext cx="2011680" cy="7315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240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004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Emocional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3291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diario de texto libre. Cifrado AES-256-GCM antes de llegar a la BD.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2103120"/>
            <a:ext cx="2011680" cy="274320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2103120"/>
            <a:ext cx="2011680" cy="731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2240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46888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IA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560320" y="3291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mini analiza el texto en español chileno. 4 niveles de riesgo.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17720" y="2103120"/>
            <a:ext cx="2011680" cy="274320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17720" y="2103120"/>
            <a:ext cx="2011680" cy="73152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2240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61772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Inteligentes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09160" y="3291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patrones → alerta en BD → correo SMTP al equipo de bienestar.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66560" y="2103120"/>
            <a:ext cx="2011680" cy="274320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00C85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2103120"/>
            <a:ext cx="201168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0" y="2240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76656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Personal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0" y="3291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Recharts con tendencias emocionales reales. Filtros 7d/30d/90d.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Técnica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0" y="320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6 capas · IEEE 830-1998 · ISO/IEC 25010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143000"/>
            <a:ext cx="2743200" cy="374904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A5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143000"/>
            <a:ext cx="2743200" cy="594360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170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1490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6 páginas funcionales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12 componentes atómicos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154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305 líneas design tokens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Dark mode completo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81528" y="28346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⟷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46120" y="1143000"/>
            <a:ext cx="2743200" cy="37490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1143000"/>
            <a:ext cx="2743200" cy="59436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46120" y="1170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46120" y="1490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FastAPI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29000" y="1874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15 endpoints REST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290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 routers (JWT)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29000" y="3154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AES-256-GCM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2900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OpenAI GPT-4o mini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07608" y="283464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72200" y="1143000"/>
            <a:ext cx="2743200" cy="3749040"/>
          </a:xfrm>
          <a:prstGeom prst="roundRect">
            <a:avLst/>
          </a:prstGeom>
          <a:solidFill>
            <a:srgbClr val="FFFDE7"/>
          </a:solidFill>
          <a:ln w="25400">
            <a:solidFill>
              <a:srgbClr val="F9A82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72200" y="1143000"/>
            <a:ext cx="2743200" cy="594360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1170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72200" y="1490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Supabase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355080" y="1874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 tablas relacionales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5508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RLS en todas las tablas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5080" y="31546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Supabase Auth JWT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5508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SHA-256 para RUT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del Proyecto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8000" y="320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v0.2.0  ·  4 de junio de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" y="1143000"/>
            <a:ext cx="19202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D6A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143000"/>
            <a:ext cx="73152" cy="1005840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~3.200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1737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68880" y="1143000"/>
            <a:ext cx="19202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D6A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68880" y="1143000"/>
            <a:ext cx="73152" cy="100584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~2.800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606040" y="1737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143000"/>
            <a:ext cx="19202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D6A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143000"/>
            <a:ext cx="73152" cy="100584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54880" y="1737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1143000"/>
            <a:ext cx="192024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D6A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143000"/>
            <a:ext cx="73152" cy="1005840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03720" y="12344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903720" y="1737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BD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POR PRIORIDADES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2697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Seguridad JWT + Autenticación real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743200"/>
            <a:ext cx="2560320" cy="228600"/>
          </a:xfrm>
          <a:prstGeom prst="roundRect">
            <a:avLst>
              <a:gd name="adj" fmla="val 20000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2743200"/>
            <a:ext cx="2560320" cy="228600"/>
          </a:xfrm>
          <a:prstGeom prst="roundRect">
            <a:avLst>
              <a:gd name="adj" fmla="val 20000"/>
            </a:avLst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23960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3520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Dashboard real + Alertas + Correo SMTP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3566160"/>
            <a:ext cx="2560320" cy="228600"/>
          </a:xfrm>
          <a:prstGeom prst="roundRect">
            <a:avLst>
              <a:gd name="adj" fmla="val 20000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3566160"/>
            <a:ext cx="2560320" cy="228600"/>
          </a:xfrm>
          <a:prstGeom prst="roundRect">
            <a:avLst>
              <a:gd name="adj" fmla="val 20000"/>
            </a:avLst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23960" y="3520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343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Conexión páginas, Testing, Deploy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4389120"/>
            <a:ext cx="2560320" cy="228600"/>
          </a:xfrm>
          <a:prstGeom prst="roundRect">
            <a:avLst>
              <a:gd name="adj" fmla="val 20000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17920" y="4389120"/>
            <a:ext cx="512064" cy="228600"/>
          </a:xfrm>
          <a:prstGeom prst="roundRect">
            <a:avLst>
              <a:gd name="adj" fmla="val 20000"/>
            </a:avLst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23960" y="43434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466344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19 commits en GitHub  ·  12 componentes React  ·  14 variables de entorno  ·  8 pruebas smoke ✅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Privacidad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132320" y="320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19.628 · ISO/IEC 25010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41605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188720"/>
            <a:ext cx="64008" cy="10789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4300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HS256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real con Supabase Auth. Token verificado server-side en security.py. Restricción @duocuc.cl.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00600" y="1188720"/>
            <a:ext cx="41605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00600" y="1188720"/>
            <a:ext cx="64008" cy="10789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5778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AES-256-GCM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778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Cifrado de bitácoras emocionales antes de almacenarlas en BD. Estándar de seguridad bancaria.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423160"/>
            <a:ext cx="41605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423160"/>
            <a:ext cx="64008" cy="10789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532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14300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Supabase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28620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políticas en 5 tablas. Ningún usuario puede acceder a datos de otro. Applied to: authenticated.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00600" y="2423160"/>
            <a:ext cx="41605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00600" y="2423160"/>
            <a:ext cx="64008" cy="10789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2532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#️⃣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57784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+ salt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77840" y="28620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RUT del estudiante se hashea antes de almacenarse. Nunca se guarda en texto plano.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65760" y="3657600"/>
            <a:ext cx="41605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" y="3657600"/>
            <a:ext cx="64008" cy="10789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767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143000" y="3749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 correos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43000" y="409651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correos de alerta contienen solo metadata (nivel, sede, carrera, timestamp). Sin texto de la bitácora.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00600" y="3657600"/>
            <a:ext cx="41605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D6A7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3657600"/>
            <a:ext cx="64008" cy="10789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0" y="3767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577840" y="3749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19.628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577840" y="409651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de consentimiento en BD. Derecho al olvido (DELETE account) pendiente en P3.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Técnicas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2743200" cy="169164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188720"/>
            <a:ext cx="2743200" cy="64008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53312"/>
            <a:ext cx="411480" cy="411480"/>
          </a:xfrm>
          <a:prstGeom prst="ellipse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53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0120" y="1389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874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commits trazables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 backend/frontend/docs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1188720"/>
            <a:ext cx="2743200" cy="169164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188720"/>
            <a:ext cx="2743200" cy="6400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3280" y="1353312"/>
            <a:ext cx="411480" cy="41148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353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86200" y="1389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83280" y="1874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endpoints documentados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 3.1 + Pydantic schemas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72200" y="1188720"/>
            <a:ext cx="2743200" cy="169164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00C85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188720"/>
            <a:ext cx="2743200" cy="64008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1353312"/>
            <a:ext cx="411480" cy="411480"/>
          </a:xfrm>
          <a:prstGeom prst="ellipse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1353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12280" y="1389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en vivo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09360" y="1874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Recharts con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reales de la BD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063240"/>
            <a:ext cx="2743200" cy="169164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063240"/>
            <a:ext cx="2743200" cy="6400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27832"/>
            <a:ext cx="411480" cy="411480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326440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 de alerta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749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profesional recibido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Gmail ✅ verificado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3063240"/>
            <a:ext cx="2743200" cy="169164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42A5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46120" y="3063240"/>
            <a:ext cx="2743200" cy="64008"/>
          </a:xfrm>
          <a:prstGeom prst="rect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3280" y="3227832"/>
            <a:ext cx="411480" cy="411480"/>
          </a:xfrm>
          <a:prstGeom prst="ellipse">
            <a:avLst/>
          </a:prstGeom>
          <a:solidFill>
            <a:srgbClr val="42A5F5"/>
          </a:solidFill>
          <a:ln w="12700">
            <a:solidFill>
              <a:srgbClr val="42A5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886200" y="326440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en Supabase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383280" y="3749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políticas en 5 tablas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to: authenticated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172200" y="3063240"/>
            <a:ext cx="2743200" cy="169164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72200" y="3063240"/>
            <a:ext cx="2743200" cy="64008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09360" y="3227832"/>
            <a:ext cx="411480" cy="41148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12280" y="326440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@duocuc.cl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3749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Restricción institucional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Auth funcionando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0" y="320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Cascada con Revisiones de Fase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503920" cy="59436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 with Feedback Loops — Cada fase se completa antes de avanzar, con una revisión de calidad al cierre que permite ajustes controlados sin romper la secuencia planificada.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1874520"/>
            <a:ext cx="2011680" cy="3017520"/>
          </a:xfrm>
          <a:prstGeom prst="roundRect">
            <a:avLst/>
          </a:prstGeom>
          <a:solidFill>
            <a:srgbClr val="F1F8E9"/>
          </a:solidFill>
          <a:ln w="25400">
            <a:solidFill>
              <a:srgbClr val="00C85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874520"/>
            <a:ext cx="2011680" cy="5029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0040" y="21945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1-3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0040" y="2423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Diseño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40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Completada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24612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Schema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350008" y="324612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496312" y="1874520"/>
            <a:ext cx="2011680" cy="3017520"/>
          </a:xfrm>
          <a:prstGeom prst="roundRect">
            <a:avLst/>
          </a:prstGeom>
          <a:solidFill>
            <a:srgbClr val="F1F8E9"/>
          </a:solidFill>
          <a:ln w="25400">
            <a:solidFill>
              <a:srgbClr val="00C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96312" y="1874520"/>
            <a:ext cx="2011680" cy="5029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96312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96312" y="21945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4-7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96312" y="2423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96312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Completada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633472" y="324612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Páginas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26280" y="324612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72584" y="1874520"/>
            <a:ext cx="2011680" cy="3017520"/>
          </a:xfrm>
          <a:prstGeom prst="roundRect">
            <a:avLst/>
          </a:prstGeom>
          <a:solidFill>
            <a:srgbClr val="F1F8E9"/>
          </a:solidFill>
          <a:ln w="25400">
            <a:solidFill>
              <a:srgbClr val="00C85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72584" y="1874520"/>
            <a:ext cx="2011680" cy="5029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72584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672584" y="21945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8-11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672584" y="2423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72584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Completada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09744" y="324612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702552" y="324612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848856" y="1874520"/>
            <a:ext cx="2011680" cy="3017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8856" y="1874520"/>
            <a:ext cx="2011680" cy="502920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48856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48856" y="21945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12-14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848856" y="2423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48856" y="2926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En curso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86016" y="324612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Calidad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0" y="320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Egreso — Plan 1446114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2743200" cy="17830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00C85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43000"/>
            <a:ext cx="27432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" y="1307592"/>
            <a:ext cx="457200" cy="457200"/>
          </a:xfrm>
          <a:prstGeom prst="ellipse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32688" y="13441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Proyectos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0" y="13258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185623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2.1 Planifica proyectos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19456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2.2 Controla proyectos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18688" y="1143000"/>
            <a:ext cx="2743200" cy="17830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00C85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18688" y="1143000"/>
            <a:ext cx="27432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8416" y="1307592"/>
            <a:ext cx="457200" cy="457200"/>
          </a:xfrm>
          <a:prstGeom prst="ellipse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77056" y="13441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Datos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87568" y="13258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01568" y="185623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3.1 Diseña modelos de datos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01568" y="219456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3.2 Implementa modelos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63056" y="1143000"/>
            <a:ext cx="2743200" cy="17830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00C85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63056" y="1143000"/>
            <a:ext cx="27432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1307592"/>
            <a:ext cx="457200" cy="457200"/>
          </a:xfrm>
          <a:prstGeom prst="ellipse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72784" y="1307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21424" y="13441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de Software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631936" y="13258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45936" y="185623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4.1 Construye solución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45936" y="219456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4.2 Integra componentes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345936" y="2532888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4.3 Implanta solución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3108960"/>
            <a:ext cx="2743200" cy="17830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00C85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4048" y="3273552"/>
            <a:ext cx="457200" cy="457200"/>
          </a:xfrm>
          <a:prstGeom prst="ellipse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4048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32688" y="33101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 Integración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743200" y="32918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" y="38221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JWT + Supabase Auth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16052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OpenAI API + SMTP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57200" y="4498848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AES-256-GCM + RLS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18688" y="3108960"/>
            <a:ext cx="2743200" cy="1783080"/>
          </a:xfrm>
          <a:prstGeom prst="roundRect">
            <a:avLst/>
          </a:prstGeom>
          <a:solidFill>
            <a:srgbClr val="1A1A1A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18688" y="3108960"/>
            <a:ext cx="2743200" cy="73152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28416" y="3273552"/>
            <a:ext cx="457200" cy="457200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28416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877056" y="33101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Calidad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687568" y="32918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3401568" y="38221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1.1 Diseña pruebas ✓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401568" y="416052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1.2 Aplica pruebas ⬜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01568" y="4498848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1.3 Mejoras ⬜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— Prioridad 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0" y="320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· Semanas 12-14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188720"/>
            <a:ext cx="85039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188720"/>
            <a:ext cx="64008" cy="84124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25880"/>
            <a:ext cx="685800" cy="228600"/>
          </a:xfrm>
          <a:prstGeom prst="roundRect">
            <a:avLst>
              <a:gd name="adj" fmla="val 16000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258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280160" y="1389888"/>
            <a:ext cx="365760" cy="36576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83080" y="12801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4 páginas a API real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83080" y="16642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· JournalPage · NewEntryPage · ResourcesPage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148840"/>
            <a:ext cx="85039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48840"/>
            <a:ext cx="64008" cy="84124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2286000"/>
            <a:ext cx="685800" cy="228600"/>
          </a:xfrm>
          <a:prstGeom prst="roundRect">
            <a:avLst>
              <a:gd name="adj" fmla="val 16000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2860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280160" y="2350008"/>
            <a:ext cx="365760" cy="36576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783080" y="22402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unitarios Pytest + Vitest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83080" y="2624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journal_service · encryption_service · openai_client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3108960"/>
            <a:ext cx="85039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A825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108960"/>
            <a:ext cx="64008" cy="84124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246120"/>
            <a:ext cx="685800" cy="228600"/>
          </a:xfrm>
          <a:prstGeom prst="roundRect">
            <a:avLst>
              <a:gd name="adj" fmla="val 16000"/>
            </a:avLst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24612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280160" y="3310128"/>
            <a:ext cx="365760" cy="365760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783080" y="3200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Vercel + Railway + CI/CD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783080" y="35844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HTTPS + HSTS · Entorno staging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4069080"/>
            <a:ext cx="85039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A825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5760" y="4069080"/>
            <a:ext cx="64008" cy="84124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206240"/>
            <a:ext cx="685800" cy="228600"/>
          </a:xfrm>
          <a:prstGeom prst="roundRect">
            <a:avLst>
              <a:gd name="adj" fmla="val 16000"/>
            </a:avLst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420624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280160" y="4270248"/>
            <a:ext cx="365760" cy="365760"/>
          </a:xfrm>
          <a:prstGeom prst="ellipse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80160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783080" y="4160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 19.628 — Endpoints pendientes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783080" y="45445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Consentimiento · Derecho al olvido · Vista agregada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137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05840" y="182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e Impacto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4160520" cy="169164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188720"/>
            <a:ext cx="4160520" cy="64008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51560" y="13533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técnico cumplido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847088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y P2 completadas al 100%. Sistema funcional con autenticación JWT real, cifrado AES-256-GCM, integración OpenAI y sistema de alertas verificado en Gmail.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160520" cy="169164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188720"/>
            <a:ext cx="4160520" cy="64008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0" y="13533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de seguridad bancaria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92040" y="1847088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AES-256-GCM, JWT HS256, RLS en 5 tablas y SHA-256 para RUT supera ampliamente los requisitos mínimos del proyecto.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063240"/>
            <a:ext cx="4160520" cy="169164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3063240"/>
            <a:ext cx="4160520" cy="64008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51560" y="322783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social real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721608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MindCheck AI resuelve un problema concreto: estudiantes de Duoc UC sin herramientas de automonitoreo emocional preventivo accesibles y privadas.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160520" cy="169164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063240"/>
            <a:ext cx="4160520" cy="64008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C1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86400" y="322783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profesional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3721608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individual que integra C2, C3, C4 y C5 del perfil de egreso con tecnologías de demanda real en la industria TI chilena.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" y="0"/>
            <a:ext cx="9006840" cy="228600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0" y="365760"/>
            <a:ext cx="2011680" cy="2011680"/>
          </a:xfrm>
          <a:prstGeom prst="ellipse">
            <a:avLst/>
          </a:prstGeom>
          <a:solidFill>
            <a:srgbClr val="1C1C1E"/>
          </a:solidFill>
          <a:ln w="38100">
            <a:solidFill>
              <a:srgbClr val="4CA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89120" y="1188720"/>
            <a:ext cx="365760" cy="365760"/>
          </a:xfrm>
          <a:prstGeom prst="ellipse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242316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MindCheck AI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74320" y="3246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bienestar mental estudiantil con inteligencia artificial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828800" y="3749040"/>
            <a:ext cx="5486400" cy="36576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3886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Nataly Valesca Tobar Gallardo  ·  Ingeniería en Informática  ·  Duoc UC San Joaquín  · 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25196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PTY4614 Capstone  ·  DUC-BWM-2025-001  ·  v0.2.0  ·  React · FastAPI · Supabase · GPT-4o mini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46177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MindCheck AI — Presentación Capstone Fase 2</dc:title>
  <dc:subject>PptxGenJS Presentation</dc:subject>
  <dc:creator>Nataly Valesca Tobar Gallardo</dc:creator>
  <cp:lastModifiedBy>Nataly Valesca Tobar Gallardo</cp:lastModifiedBy>
  <cp:revision>1</cp:revision>
  <dcterms:created xsi:type="dcterms:W3CDTF">2026-06-05T23:19:54Z</dcterms:created>
  <dcterms:modified xsi:type="dcterms:W3CDTF">2026-06-05T23:19:54Z</dcterms:modified>
</cp:coreProperties>
</file>